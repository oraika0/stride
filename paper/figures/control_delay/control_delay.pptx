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773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559" autoAdjust="0"/>
    <p:restoredTop sz="94388" autoAdjust="0"/>
  </p:normalViewPr>
  <p:slideViewPr>
    <p:cSldViewPr snapToGrid="0">
      <p:cViewPr>
        <p:scale>
          <a:sx n="100" d="100"/>
          <a:sy n="100" d="100"/>
        </p:scale>
        <p:origin x="653" y="-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6T12:08:52.00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0A090-B253-44CC-B581-B19EE9B810DF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27F9A-4E1D-4ED7-B620-8E0765DC68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3794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30F5F-C0D2-5433-6C0A-ED6703158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99B18A2-99CE-EF69-24D8-6C46DF854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6703FDF-F9B3-3B71-EE3A-0D6C8AE0E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FDB60A-ECC6-2D2A-2B18-4CB29B49A8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08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7B2510-1D43-460D-8AB8-1BBC721E3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2ACFAE-DD35-42FF-9B44-F15D11339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A6A1EE-1D3B-459D-BFF7-3504AA81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BD53-8EC9-489A-BFA5-530D34519BBA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28F446-BC71-4644-9EB5-9A7479C5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A64EDE-D4F0-4614-A0D8-4F5A6B068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7AD7-CCC3-4055-8862-DED1432E32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8828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69D583-0A4F-4646-81D6-0FDEF3E27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CD862B-2886-4060-9449-8AE73E543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3814A8-F1AF-4DA7-A791-235F60CC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BD53-8EC9-489A-BFA5-530D34519BBA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421337-CCE9-4B9F-856E-FC26EA01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5E2571-1B30-4048-B575-CDB026B9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7AD7-CCC3-4055-8862-DED1432E32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9466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ECCD88-0517-47BC-8A91-1BB94420C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3726E8-361E-44E2-BAE5-110E15DF9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336F9E-9DDE-4C8E-AAC9-99593DC8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BD53-8EC9-489A-BFA5-530D34519BBA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122625-D920-47CA-8991-E9F13EB54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138051-3EEA-4268-B2D0-B75B4C65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7AD7-CCC3-4055-8862-DED1432E32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824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0DF15C-D6D4-4EE7-9436-61E180AA1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058512-00DC-4034-8A41-4F41875FE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D27F469-F2C8-4E36-B462-832BF8CBE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0AAA13-6D5C-4E56-8CC5-938142351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BD53-8EC9-489A-BFA5-530D34519BBA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ABE18A-4629-42DD-9E3A-368E126A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6DE70D2-35B1-463A-9714-87609043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7AD7-CCC3-4055-8862-DED1432E32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018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118082-98FC-43BB-87B6-A496C687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25CA193-0A2B-4282-BE2F-3A1F28C1A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A3E98C0-532A-44F9-A41E-81460E638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D9F6B90-4B4A-413E-8053-79B9CB8E0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2102A16-9393-4810-80B7-DF142FDC8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D13E1A0-8BAB-4A67-B37A-A9286B096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BD53-8EC9-489A-BFA5-530D34519BBA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2DDB6D7-4D4D-4FFE-A06D-0C3F5EBC1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C1595A1-5A8C-4F6E-8A1B-FC6901FB2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7AD7-CCC3-4055-8862-DED1432E32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6408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A49DC5-D40A-4BE0-BBEA-59BB02DB4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AE24971-2D2D-4A0E-B794-276C571F1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BD53-8EC9-489A-BFA5-530D34519BBA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9E24B19-D4EA-4FF2-B2F3-A444D6724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CAC209D-B0EB-483C-9212-1216F3C47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7AD7-CCC3-4055-8862-DED1432E32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438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928895F-7666-439A-A5E3-FA17FDD2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BD53-8EC9-489A-BFA5-530D34519BBA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057C2A7-265C-4C5A-B1A7-EA18ADE7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C9CE21-4383-42A3-9812-09420C9CC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7AD7-CCC3-4055-8862-DED1432E32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051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BEB20C-5EE2-4345-AE46-B0569E9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66F551-65AC-43EC-977A-D08243AF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AE9D625-B2A0-470F-85D3-E8C162CE9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EE90871-326E-445F-BB34-DD15634A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BD53-8EC9-489A-BFA5-530D34519BBA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D3DD3B4-4C63-4E94-98ED-BDCAEF4F8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0EDD479-13A3-437B-A58B-9C3DD9BA5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7AD7-CCC3-4055-8862-DED1432E32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899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17A4A3-2982-49BC-A233-886B0E64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6E9A115-0A79-4C45-B9A4-F1B651B3A4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990080E-C6A1-4433-8D24-9864BC6F7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E66DEA-AF2C-449E-9F72-282CA49F9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BD53-8EC9-489A-BFA5-530D34519BBA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F1D3E6-B380-4DCD-83C8-F4717698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F203A22-4C92-442B-A1A7-2E109328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7AD7-CCC3-4055-8862-DED1432E32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81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744F1D-43AC-46C9-9820-05417BD91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362B91A-A91B-4131-910E-18720A740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A34DDA-B44D-4BF5-81A0-3ED732B89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BD53-8EC9-489A-BFA5-530D34519BBA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C01C61-1B5A-48F9-BE79-333AEDF6C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8A534A-C1DB-4F40-86E2-D393B76D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7AD7-CCC3-4055-8862-DED1432E32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46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73920CF-1E9A-4D24-BC35-4596B1D97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DDC978-4B9D-459C-A943-82E5F1F18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69F926-FE18-41DD-9649-FF67466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BD53-8EC9-489A-BFA5-530D34519BBA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B83C90-925D-4FE3-BFC1-F4785876A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032FF6-4DD9-4806-ACF3-1ACD9D12D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7AD7-CCC3-4055-8862-DED1432E32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431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及內容">
  <p:cSld name="1_標題及內容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913773" y="2367094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0542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7DDB458-B761-4FC8-84AC-51EF7A2C3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817EC9-4FD5-4DFC-822B-86628DB31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5BBAC1-4EB3-4BA2-ACFB-26178708F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9BD53-8EC9-489A-BFA5-530D34519BBA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46B38E-EE69-4F86-B981-B5E5E44F4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C3B446-5C31-4214-A7E8-B349BE222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47AD7-CCC3-4055-8862-DED1432E32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60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B9479-A240-494E-B6B4-89CA3D003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182B9AC0-2DFC-4497-A68D-BA3D45C3CA9B}"/>
                  </a:ext>
                </a:extLst>
              </p:cNvPr>
              <p:cNvSpPr txBox="1"/>
              <p:nvPr/>
            </p:nvSpPr>
            <p:spPr>
              <a:xfrm>
                <a:off x="903877" y="2191527"/>
                <a:ext cx="985591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Controller </a:t>
                </a:r>
              </a:p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monitor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182B9AC0-2DFC-4497-A68D-BA3D45C3C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77" y="2191527"/>
                <a:ext cx="985591" cy="738664"/>
              </a:xfrm>
              <a:prstGeom prst="rect">
                <a:avLst/>
              </a:prstGeom>
              <a:blipFill>
                <a:blip r:embed="rId3"/>
                <a:stretch>
                  <a:fillRect l="-617" t="-1653" b="-7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1318044-302C-4A42-81AD-160102DD3020}"/>
              </a:ext>
            </a:extLst>
          </p:cNvPr>
          <p:cNvCxnSpPr>
            <a:cxnSpLocks/>
          </p:cNvCxnSpPr>
          <p:nvPr/>
        </p:nvCxnSpPr>
        <p:spPr>
          <a:xfrm>
            <a:off x="984067" y="3422617"/>
            <a:ext cx="6630049" cy="3777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48C80279-EBAE-4B54-90FE-EC7953FC4DE2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116453" y="3455627"/>
            <a:ext cx="0" cy="12618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C6619B8-5942-40D2-804F-B6F15A90F1AF}"/>
                  </a:ext>
                </a:extLst>
              </p:cNvPr>
              <p:cNvSpPr txBox="1"/>
              <p:nvPr/>
            </p:nvSpPr>
            <p:spPr>
              <a:xfrm>
                <a:off x="6158978" y="2187363"/>
                <a:ext cx="959172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Controller </a:t>
                </a:r>
              </a:p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monitor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C6619B8-5942-40D2-804F-B6F15A90F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978" y="2187363"/>
                <a:ext cx="959172" cy="738664"/>
              </a:xfrm>
              <a:prstGeom prst="rect">
                <a:avLst/>
              </a:prstGeom>
              <a:blipFill>
                <a:blip r:embed="rId4"/>
                <a:stretch>
                  <a:fillRect l="-1899" t="-1653" r="-1266" b="-7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8056436-EF3D-4AFB-BD6A-189D7234DC5C}"/>
                  </a:ext>
                </a:extLst>
              </p:cNvPr>
              <p:cNvSpPr txBox="1"/>
              <p:nvPr/>
            </p:nvSpPr>
            <p:spPr>
              <a:xfrm>
                <a:off x="6459061" y="4717499"/>
                <a:ext cx="13147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STRIDE output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8056436-EF3D-4AFB-BD6A-189D7234D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061" y="4717499"/>
                <a:ext cx="1314784" cy="523220"/>
              </a:xfrm>
              <a:prstGeom prst="rect">
                <a:avLst/>
              </a:prstGeom>
              <a:blipFill>
                <a:blip r:embed="rId5"/>
                <a:stretch>
                  <a:fillRect l="-465" t="-2326" r="-4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797DD00A-D008-4548-B9B2-4ED86DA18FED}"/>
              </a:ext>
            </a:extLst>
          </p:cNvPr>
          <p:cNvCxnSpPr>
            <a:cxnSpLocks/>
          </p:cNvCxnSpPr>
          <p:nvPr/>
        </p:nvCxnSpPr>
        <p:spPr>
          <a:xfrm>
            <a:off x="6629148" y="3036319"/>
            <a:ext cx="0" cy="4193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EC7502AD-361A-4E8D-86D8-92F57B2CF1A7}"/>
              </a:ext>
            </a:extLst>
          </p:cNvPr>
          <p:cNvCxnSpPr>
            <a:cxnSpLocks/>
          </p:cNvCxnSpPr>
          <p:nvPr/>
        </p:nvCxnSpPr>
        <p:spPr>
          <a:xfrm>
            <a:off x="1386051" y="3316237"/>
            <a:ext cx="2622201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B17D372-6962-46C6-B1FD-41A6602D1C22}"/>
              </a:ext>
            </a:extLst>
          </p:cNvPr>
          <p:cNvSpPr txBox="1"/>
          <p:nvPr/>
        </p:nvSpPr>
        <p:spPr>
          <a:xfrm>
            <a:off x="1405356" y="3015585"/>
            <a:ext cx="2621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period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43EF47B0-D4B5-4393-8C8C-2920F98C189E}"/>
                  </a:ext>
                </a:extLst>
              </p:cNvPr>
              <p:cNvSpPr txBox="1"/>
              <p:nvPr/>
            </p:nvSpPr>
            <p:spPr>
              <a:xfrm>
                <a:off x="6109221" y="3955244"/>
                <a:ext cx="10586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Controller</a:t>
                </a:r>
              </a:p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deploy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43EF47B0-D4B5-4393-8C8C-2920F98C1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221" y="3955244"/>
                <a:ext cx="1058688" cy="523220"/>
              </a:xfrm>
              <a:prstGeom prst="rect">
                <a:avLst/>
              </a:prstGeom>
              <a:blipFill>
                <a:blip r:embed="rId6"/>
                <a:stretch>
                  <a:fillRect l="-1724" t="-2326" b="-104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30676E3C-5D63-426A-AF71-5D0A83B5E8C2}"/>
              </a:ext>
            </a:extLst>
          </p:cNvPr>
          <p:cNvCxnSpPr>
            <a:cxnSpLocks/>
          </p:cNvCxnSpPr>
          <p:nvPr/>
        </p:nvCxnSpPr>
        <p:spPr>
          <a:xfrm>
            <a:off x="6731214" y="3455627"/>
            <a:ext cx="0" cy="5312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0E013A38-7BAB-4EFF-A3E6-80826242EE59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4570998" y="3448007"/>
            <a:ext cx="0" cy="12618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71514DB3-F523-4E5A-A7A7-2CE988B046B0}"/>
                  </a:ext>
                </a:extLst>
              </p:cNvPr>
              <p:cNvSpPr txBox="1"/>
              <p:nvPr/>
            </p:nvSpPr>
            <p:spPr>
              <a:xfrm>
                <a:off x="3608977" y="2205322"/>
                <a:ext cx="985591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Controller </a:t>
                </a:r>
              </a:p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monitor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71514DB3-F523-4E5A-A7A7-2CE988B04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977" y="2205322"/>
                <a:ext cx="985591" cy="738664"/>
              </a:xfrm>
              <a:prstGeom prst="rect">
                <a:avLst/>
              </a:prstGeom>
              <a:blipFill>
                <a:blip r:embed="rId7"/>
                <a:stretch>
                  <a:fillRect l="-617" t="-1653" b="-7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606407CC-3C41-4370-9D75-C014CB159AC1}"/>
                  </a:ext>
                </a:extLst>
              </p:cNvPr>
              <p:cNvSpPr txBox="1"/>
              <p:nvPr/>
            </p:nvSpPr>
            <p:spPr>
              <a:xfrm>
                <a:off x="3891164" y="4709879"/>
                <a:ext cx="13596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STRIDE output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606407CC-3C41-4370-9D75-C014CB159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164" y="4709879"/>
                <a:ext cx="1359668" cy="523220"/>
              </a:xfrm>
              <a:prstGeom prst="rect">
                <a:avLst/>
              </a:prstGeom>
              <a:blipFill>
                <a:blip r:embed="rId8"/>
                <a:stretch>
                  <a:fillRect l="-897" t="-2353" r="-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84F6C2A-2295-427A-9C0B-AB1E5422A198}"/>
              </a:ext>
            </a:extLst>
          </p:cNvPr>
          <p:cNvCxnSpPr>
            <a:cxnSpLocks/>
          </p:cNvCxnSpPr>
          <p:nvPr/>
        </p:nvCxnSpPr>
        <p:spPr>
          <a:xfrm>
            <a:off x="4008252" y="3017034"/>
            <a:ext cx="0" cy="43097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E210A2E6-5BEB-4AF6-AB0D-2B9A26A836BF}"/>
                  </a:ext>
                </a:extLst>
              </p:cNvPr>
              <p:cNvSpPr txBox="1"/>
              <p:nvPr/>
            </p:nvSpPr>
            <p:spPr>
              <a:xfrm>
                <a:off x="3482678" y="3947624"/>
                <a:ext cx="10883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Controller</a:t>
                </a:r>
              </a:p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deploy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E210A2E6-5BEB-4AF6-AB0D-2B9A26A83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678" y="3947624"/>
                <a:ext cx="1088318" cy="523220"/>
              </a:xfrm>
              <a:prstGeom prst="rect">
                <a:avLst/>
              </a:prstGeom>
              <a:blipFill>
                <a:blip r:embed="rId9"/>
                <a:stretch>
                  <a:fillRect t="-2353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21107AC3-423F-4BEA-88CA-9A0DC3E6A5C5}"/>
              </a:ext>
            </a:extLst>
          </p:cNvPr>
          <p:cNvCxnSpPr>
            <a:cxnSpLocks/>
          </p:cNvCxnSpPr>
          <p:nvPr/>
        </p:nvCxnSpPr>
        <p:spPr>
          <a:xfrm>
            <a:off x="4110318" y="3448007"/>
            <a:ext cx="0" cy="5262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B5044E03-FC81-4866-ABF2-16C85A13E85D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1874661" y="3439339"/>
            <a:ext cx="0" cy="12618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B9E5F788-098D-4D49-8AFC-1AEA02446332}"/>
                  </a:ext>
                </a:extLst>
              </p:cNvPr>
              <p:cNvSpPr txBox="1"/>
              <p:nvPr/>
            </p:nvSpPr>
            <p:spPr>
              <a:xfrm>
                <a:off x="1194827" y="4701211"/>
                <a:ext cx="13596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STRIDE output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B9E5F788-098D-4D49-8AFC-1AEA02446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827" y="4701211"/>
                <a:ext cx="1359668" cy="523220"/>
              </a:xfrm>
              <a:prstGeom prst="rect">
                <a:avLst/>
              </a:prstGeom>
              <a:blipFill>
                <a:blip r:embed="rId10"/>
                <a:stretch>
                  <a:fillRect l="-897" t="-2326" r="-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304032AA-A627-4BFA-BB49-AD3B8EA4BBDE}"/>
              </a:ext>
            </a:extLst>
          </p:cNvPr>
          <p:cNvCxnSpPr>
            <a:cxnSpLocks/>
          </p:cNvCxnSpPr>
          <p:nvPr/>
        </p:nvCxnSpPr>
        <p:spPr>
          <a:xfrm flipH="1">
            <a:off x="1376601" y="3073041"/>
            <a:ext cx="10756" cy="6189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876F1C99-493B-447E-A52E-1FF3BC4A37E6}"/>
                  </a:ext>
                </a:extLst>
              </p:cNvPr>
              <p:cNvSpPr txBox="1"/>
              <p:nvPr/>
            </p:nvSpPr>
            <p:spPr>
              <a:xfrm>
                <a:off x="790354" y="3938956"/>
                <a:ext cx="10883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Controller</a:t>
                </a:r>
              </a:p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deploy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876F1C99-493B-447E-A52E-1FF3BC4A3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54" y="3938956"/>
                <a:ext cx="1088318" cy="523220"/>
              </a:xfrm>
              <a:prstGeom prst="rect">
                <a:avLst/>
              </a:prstGeom>
              <a:blipFill>
                <a:blip r:embed="rId11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9DC2D313-BD27-493A-8A95-349DEB947AA7}"/>
              </a:ext>
            </a:extLst>
          </p:cNvPr>
          <p:cNvCxnSpPr>
            <a:cxnSpLocks/>
          </p:cNvCxnSpPr>
          <p:nvPr/>
        </p:nvCxnSpPr>
        <p:spPr>
          <a:xfrm>
            <a:off x="1489423" y="3418305"/>
            <a:ext cx="0" cy="54731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5" name="筆跡 54">
                <a:extLst>
                  <a:ext uri="{FF2B5EF4-FFF2-40B4-BE49-F238E27FC236}">
                    <a16:creationId xmlns:a16="http://schemas.microsoft.com/office/drawing/2014/main" id="{E91D4AC7-3B8E-4D11-B6A8-69007189AC22}"/>
                  </a:ext>
                </a:extLst>
              </p14:cNvPr>
              <p14:cNvContentPartPr/>
              <p14:nvPr/>
            </p14:nvContentPartPr>
            <p14:xfrm>
              <a:off x="-898253" y="3956901"/>
              <a:ext cx="360" cy="360"/>
            </p14:xfrm>
          </p:contentPart>
        </mc:Choice>
        <mc:Fallback xmlns="">
          <p:pic>
            <p:nvPicPr>
              <p:cNvPr id="55" name="筆跡 54">
                <a:extLst>
                  <a:ext uri="{FF2B5EF4-FFF2-40B4-BE49-F238E27FC236}">
                    <a16:creationId xmlns:a16="http://schemas.microsoft.com/office/drawing/2014/main" id="{E91D4AC7-3B8E-4D11-B6A8-69007189AC2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907253" y="394790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AD9080E1-AB8D-4731-97A0-EEBC6B04C765}"/>
              </a:ext>
            </a:extLst>
          </p:cNvPr>
          <p:cNvSpPr txBox="1"/>
          <p:nvPr/>
        </p:nvSpPr>
        <p:spPr>
          <a:xfrm>
            <a:off x="2176382" y="3555750"/>
            <a:ext cx="1156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delay</a:t>
            </a:r>
            <a:endParaRPr lang="zh-TW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手繪多邊形: 圖案 75">
            <a:extLst>
              <a:ext uri="{FF2B5EF4-FFF2-40B4-BE49-F238E27FC236}">
                <a16:creationId xmlns:a16="http://schemas.microsoft.com/office/drawing/2014/main" id="{04A7F2F3-E6FD-4E33-A349-408FE9F0AB76}"/>
              </a:ext>
            </a:extLst>
          </p:cNvPr>
          <p:cNvSpPr/>
          <p:nvPr/>
        </p:nvSpPr>
        <p:spPr>
          <a:xfrm>
            <a:off x="1237113" y="2544405"/>
            <a:ext cx="3345435" cy="2025682"/>
          </a:xfrm>
          <a:custGeom>
            <a:avLst/>
            <a:gdLst>
              <a:gd name="connsiteX0" fmla="*/ 2885809 w 3399278"/>
              <a:gd name="connsiteY0" fmla="*/ 127675 h 2025682"/>
              <a:gd name="connsiteX1" fmla="*/ 249289 w 3399278"/>
              <a:gd name="connsiteY1" fmla="*/ 173395 h 2025682"/>
              <a:gd name="connsiteX2" fmla="*/ 442329 w 3399278"/>
              <a:gd name="connsiteY2" fmla="*/ 2022515 h 2025682"/>
              <a:gd name="connsiteX3" fmla="*/ 3185529 w 3399278"/>
              <a:gd name="connsiteY3" fmla="*/ 605195 h 2025682"/>
              <a:gd name="connsiteX4" fmla="*/ 2885809 w 3399278"/>
              <a:gd name="connsiteY4" fmla="*/ 127675 h 2025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9278" h="2025682">
                <a:moveTo>
                  <a:pt x="2885809" y="127675"/>
                </a:moveTo>
                <a:cubicBezTo>
                  <a:pt x="2396436" y="55708"/>
                  <a:pt x="656536" y="-142412"/>
                  <a:pt x="249289" y="173395"/>
                </a:cubicBezTo>
                <a:cubicBezTo>
                  <a:pt x="-157958" y="489202"/>
                  <a:pt x="-47044" y="1950548"/>
                  <a:pt x="442329" y="2022515"/>
                </a:cubicBezTo>
                <a:cubicBezTo>
                  <a:pt x="931702" y="2094482"/>
                  <a:pt x="2777436" y="919308"/>
                  <a:pt x="3185529" y="605195"/>
                </a:cubicBezTo>
                <a:cubicBezTo>
                  <a:pt x="3593622" y="291082"/>
                  <a:pt x="3375182" y="199642"/>
                  <a:pt x="2885809" y="127675"/>
                </a:cubicBezTo>
                <a:close/>
              </a:path>
            </a:pathLst>
          </a:custGeom>
          <a:noFill/>
          <a:ln w="6350">
            <a:solidFill>
              <a:srgbClr val="2F528F">
                <a:alpha val="69804"/>
              </a:srgb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手繪多邊形: 圖案 76">
            <a:extLst>
              <a:ext uri="{FF2B5EF4-FFF2-40B4-BE49-F238E27FC236}">
                <a16:creationId xmlns:a16="http://schemas.microsoft.com/office/drawing/2014/main" id="{C31ACF58-9820-4889-97A8-BDF4F2B7EE5D}"/>
              </a:ext>
            </a:extLst>
          </p:cNvPr>
          <p:cNvSpPr/>
          <p:nvPr/>
        </p:nvSpPr>
        <p:spPr>
          <a:xfrm>
            <a:off x="3967237" y="2526327"/>
            <a:ext cx="3345435" cy="2025682"/>
          </a:xfrm>
          <a:custGeom>
            <a:avLst/>
            <a:gdLst>
              <a:gd name="connsiteX0" fmla="*/ 2885809 w 3399278"/>
              <a:gd name="connsiteY0" fmla="*/ 127675 h 2025682"/>
              <a:gd name="connsiteX1" fmla="*/ 249289 w 3399278"/>
              <a:gd name="connsiteY1" fmla="*/ 173395 h 2025682"/>
              <a:gd name="connsiteX2" fmla="*/ 442329 w 3399278"/>
              <a:gd name="connsiteY2" fmla="*/ 2022515 h 2025682"/>
              <a:gd name="connsiteX3" fmla="*/ 3185529 w 3399278"/>
              <a:gd name="connsiteY3" fmla="*/ 605195 h 2025682"/>
              <a:gd name="connsiteX4" fmla="*/ 2885809 w 3399278"/>
              <a:gd name="connsiteY4" fmla="*/ 127675 h 2025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9278" h="2025682">
                <a:moveTo>
                  <a:pt x="2885809" y="127675"/>
                </a:moveTo>
                <a:cubicBezTo>
                  <a:pt x="2396436" y="55708"/>
                  <a:pt x="656536" y="-142412"/>
                  <a:pt x="249289" y="173395"/>
                </a:cubicBezTo>
                <a:cubicBezTo>
                  <a:pt x="-157958" y="489202"/>
                  <a:pt x="-47044" y="1950548"/>
                  <a:pt x="442329" y="2022515"/>
                </a:cubicBezTo>
                <a:cubicBezTo>
                  <a:pt x="931702" y="2094482"/>
                  <a:pt x="2777436" y="919308"/>
                  <a:pt x="3185529" y="605195"/>
                </a:cubicBezTo>
                <a:cubicBezTo>
                  <a:pt x="3593622" y="291082"/>
                  <a:pt x="3375182" y="199642"/>
                  <a:pt x="2885809" y="127675"/>
                </a:cubicBezTo>
                <a:close/>
              </a:path>
            </a:pathLst>
          </a:custGeom>
          <a:noFill/>
          <a:ln w="6350">
            <a:solidFill>
              <a:srgbClr val="2F528F">
                <a:alpha val="69804"/>
              </a:srgb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29A69B05-4C96-4D14-B3DC-AE64298E1314}"/>
                  </a:ext>
                </a:extLst>
              </p:cNvPr>
              <p:cNvSpPr txBox="1"/>
              <p:nvPr/>
            </p:nvSpPr>
            <p:spPr>
              <a:xfrm>
                <a:off x="1780695" y="5240719"/>
                <a:ext cx="192552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4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Delay-corrected tuple</a:t>
                </a:r>
                <a:r>
                  <a:rPr lang="zh-TW" altLang="en-US" sz="14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br>
                  <a:rPr lang="en-US" altLang="zh-TW" sz="14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400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400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1400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1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400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400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1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1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TW" sz="1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1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TW" sz="1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29A69B05-4C96-4D14-B3DC-AE64298E1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695" y="5240719"/>
                <a:ext cx="1925528" cy="523220"/>
              </a:xfrm>
              <a:prstGeom prst="rect">
                <a:avLst/>
              </a:prstGeom>
              <a:blipFill>
                <a:blip r:embed="rId14"/>
                <a:stretch>
                  <a:fillRect l="-316" t="-2326"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72973FFA-A620-454D-B47D-E7795F4F7D18}"/>
              </a:ext>
            </a:extLst>
          </p:cNvPr>
          <p:cNvCxnSpPr>
            <a:cxnSpLocks/>
          </p:cNvCxnSpPr>
          <p:nvPr/>
        </p:nvCxnSpPr>
        <p:spPr>
          <a:xfrm>
            <a:off x="1376601" y="3557246"/>
            <a:ext cx="2733717" cy="0"/>
          </a:xfrm>
          <a:prstGeom prst="straightConnector1">
            <a:avLst/>
          </a:prstGeom>
          <a:ln w="9525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943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51</Words>
  <Application>Microsoft Office PowerPoint</Application>
  <PresentationFormat>寬螢幕</PresentationFormat>
  <Paragraphs>25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柏愷 廖</dc:creator>
  <cp:lastModifiedBy>柏愷 廖</cp:lastModifiedBy>
  <cp:revision>11</cp:revision>
  <dcterms:created xsi:type="dcterms:W3CDTF">2026-05-10T10:11:28Z</dcterms:created>
  <dcterms:modified xsi:type="dcterms:W3CDTF">2026-07-06T09:44:08Z</dcterms:modified>
</cp:coreProperties>
</file>